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Barlow" pitchFamily="2" charset="77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485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17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595932"/>
            <a:ext cx="555998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Web Chat Application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565201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Presented by: Miuta Beniamin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632471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 rep : github.com/bennixm/chatapp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0575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0865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Overview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09836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Web-based chat application for user communication.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50865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Features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09836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Login, Register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457973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Find people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506110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Friendship System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554247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Messaging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352" y="564952"/>
            <a:ext cx="4555212" cy="569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Overview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303770" y="1544241"/>
            <a:ext cx="22860" cy="6120408"/>
          </a:xfrm>
          <a:prstGeom prst="roundRect">
            <a:avLst>
              <a:gd name="adj" fmla="val 1345068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538" y="1763316"/>
            <a:ext cx="614958" cy="22860"/>
          </a:xfrm>
          <a:prstGeom prst="roundRect">
            <a:avLst>
              <a:gd name="adj" fmla="val 1345068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84635" y="1544241"/>
            <a:ext cx="461129" cy="46112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78516" y="1603950"/>
            <a:ext cx="273248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012763" y="1614607"/>
            <a:ext cx="227754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Login &amp; Register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17352" y="2022277"/>
            <a:ext cx="557295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create accounts or log in.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2905" y="2993112"/>
            <a:ext cx="614958" cy="22860"/>
          </a:xfrm>
          <a:prstGeom prst="roundRect">
            <a:avLst>
              <a:gd name="adj" fmla="val 1345068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84635" y="2774037"/>
            <a:ext cx="461129" cy="46112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516" y="2833747"/>
            <a:ext cx="273248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8340090" y="2844403"/>
            <a:ext cx="227754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Search User Page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340090" y="3252073"/>
            <a:ext cx="557295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Search for others by name.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538" y="4053126"/>
            <a:ext cx="614958" cy="22860"/>
          </a:xfrm>
          <a:prstGeom prst="roundRect">
            <a:avLst>
              <a:gd name="adj" fmla="val 1345068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84635" y="3834051"/>
            <a:ext cx="461129" cy="46112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78516" y="3893760"/>
            <a:ext cx="273248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3846314" y="3904417"/>
            <a:ext cx="2443996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Friend Request System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17352" y="4312087"/>
            <a:ext cx="557295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Send requests, receive notifications.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2905" y="5113258"/>
            <a:ext cx="614958" cy="22860"/>
          </a:xfrm>
          <a:prstGeom prst="roundRect">
            <a:avLst>
              <a:gd name="adj" fmla="val 1345068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84635" y="4894183"/>
            <a:ext cx="461129" cy="46112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516" y="4953893"/>
            <a:ext cx="273248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8340090" y="4964549"/>
            <a:ext cx="227754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Friendship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340090" y="5372219"/>
            <a:ext cx="557295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Accepted requests form friendships.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538" y="6173391"/>
            <a:ext cx="614958" cy="22860"/>
          </a:xfrm>
          <a:prstGeom prst="roundRect">
            <a:avLst>
              <a:gd name="adj" fmla="val 1345068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84635" y="5954316"/>
            <a:ext cx="461129" cy="461129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8516" y="6014025"/>
            <a:ext cx="273248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4012763" y="6024682"/>
            <a:ext cx="227754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 Page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17352" y="6432352"/>
            <a:ext cx="5572958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messaging using WebSockets.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7895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Technologies Used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235041"/>
            <a:ext cx="7415927" cy="1440656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627733" y="251233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Vue.js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27733" y="3003352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 framework for user interface.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3922514"/>
            <a:ext cx="7415927" cy="1440656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7733" y="41998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Java Spring Boot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627733" y="4690824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 API for user authentication and logic.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609987"/>
            <a:ext cx="7415927" cy="1440656"/>
          </a:xfrm>
          <a:prstGeom prst="roundRect">
            <a:avLst>
              <a:gd name="adj" fmla="val 25706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27733" y="588728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MySQL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627733" y="6378297"/>
            <a:ext cx="686133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Database for data storage and persistence.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636752"/>
            <a:ext cx="555617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Messaging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69283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63546" y="276475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152680" y="277760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WebSockets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152680" y="326862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communication between client and server.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4157424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63546" y="4229338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152680" y="424219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Instant Messaging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152680" y="4733211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Messages sent instantly without page reload.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5622012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63546" y="5693926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152680" y="57067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 History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152680" y="6197798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Stored in MySQL for persistence.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3967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Notification System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37" y="3195757"/>
            <a:ext cx="566499" cy="5664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4070866"/>
            <a:ext cx="2266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Friend Request Notification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864037" y="4904780"/>
            <a:ext cx="22662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are notified when they receive a friend request.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882" y="3195757"/>
            <a:ext cx="566499" cy="5664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38882" y="4070866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Notification List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3438882" y="4561880"/>
            <a:ext cx="22662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Clicking the bell opens the list of requests.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728" y="3195757"/>
            <a:ext cx="566499" cy="5664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3728" y="4070866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Accept/Reject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013728" y="4561880"/>
            <a:ext cx="22662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can accept or reject requests directly.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7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0822" y="3751064"/>
            <a:ext cx="6248162" cy="683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Friendship Management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822" y="4803100"/>
            <a:ext cx="3227189" cy="9838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06686" y="6032778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Accept Request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106686" y="6521768"/>
            <a:ext cx="2735461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Users are added as friends.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8011" y="4803100"/>
            <a:ext cx="3227189" cy="9838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33875" y="6032778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Friendship Display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4333875" y="6521768"/>
            <a:ext cx="2735461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Friendships are displayed in the navbar.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03100"/>
            <a:ext cx="3227189" cy="9838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61064" y="6032778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 Access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561064" y="6521768"/>
            <a:ext cx="2735461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Clicking on a friend opens the chat page.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2389" y="4803100"/>
            <a:ext cx="3227189" cy="9838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788253" y="6032778"/>
            <a:ext cx="2732961" cy="341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Unique Chats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788253" y="6521768"/>
            <a:ext cx="2735461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chat is unique for instant messaging.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8450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Functions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964055"/>
            <a:ext cx="493752" cy="493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2766417"/>
            <a:ext cx="2994065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Register</a:t>
            </a:r>
            <a:endParaRPr lang="en-US" sz="2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711" y="1964055"/>
            <a:ext cx="493752" cy="493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6711" y="2766417"/>
            <a:ext cx="299418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Login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4166711" y="3326011"/>
            <a:ext cx="29941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Using JWT token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166711" y="3869174"/>
            <a:ext cx="29941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05" y="1964055"/>
            <a:ext cx="493752" cy="4937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9505" y="2766417"/>
            <a:ext cx="2994065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Friendship system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7469505" y="3326011"/>
            <a:ext cx="299406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Friend request popup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180" y="1964055"/>
            <a:ext cx="493752" cy="4937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2180" y="2766417"/>
            <a:ext cx="2994184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Find people</a:t>
            </a:r>
            <a:endParaRPr lang="en-US" sz="2550" dirty="0"/>
          </a:p>
        </p:txBody>
      </p:sp>
      <p:sp>
        <p:nvSpPr>
          <p:cNvPr id="14" name="Text 8"/>
          <p:cNvSpPr/>
          <p:nvPr/>
        </p:nvSpPr>
        <p:spPr>
          <a:xfrm>
            <a:off x="10772180" y="3326011"/>
            <a:ext cx="29941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Search for user - page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4881443"/>
            <a:ext cx="493752" cy="4937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4037" y="5683806"/>
            <a:ext cx="29940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 time messages</a:t>
            </a:r>
            <a:endParaRPr lang="en-US" sz="2550" dirty="0"/>
          </a:p>
        </p:txBody>
      </p:sp>
      <p:sp>
        <p:nvSpPr>
          <p:cNvPr id="17" name="Text 10"/>
          <p:cNvSpPr/>
          <p:nvPr/>
        </p:nvSpPr>
        <p:spPr>
          <a:xfrm>
            <a:off x="864037" y="6654879"/>
            <a:ext cx="299406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Send messages in real time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60544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Improvements in V2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8499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Added secured Login using JWT Token ( in HTTP Only Cookie ) + route guards on token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26636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Better XSS security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74773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Restructured the error handling in frontend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22910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Validation: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Implemented more robust data validation on user inputs. 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Macintosh PowerPoint</Application>
  <PresentationFormat>Custom</PresentationFormat>
  <Paragraphs>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Barlow</vt:lpstr>
      <vt:lpstr>Arial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Miuta, Beniamin</cp:lastModifiedBy>
  <cp:revision>2</cp:revision>
  <dcterms:created xsi:type="dcterms:W3CDTF">2025-07-10T11:10:02Z</dcterms:created>
  <dcterms:modified xsi:type="dcterms:W3CDTF">2025-07-10T11:14:01Z</dcterms:modified>
</cp:coreProperties>
</file>